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486400" cy="5486400"/>
          </a:xfrm>
          <a:prstGeom prst="ellipse">
            <a:avLst/>
          </a:prstGeom>
          <a:solidFill>
            <a:srgbClr val="2A3A7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4114800" cy="4114800"/>
          </a:xfrm>
          <a:prstGeom prst="ellipse">
            <a:avLst/>
          </a:prstGeom>
          <a:solidFill>
            <a:srgbClr val="2A3A7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SENSING ×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마켓센싱 리포트 AI 전환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 사고모델 기반 인텔리전스 시스템 구축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업무는 대체하고, 베테랑의 인사이트는 증폭한다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과제정의서 · 기획 초안   |   2026-07-21   |   내부 검토용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지금 바꿔야 하는가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마켓센싱 리포트는 격주/월간 발행. 수집·정리·분석을 사람이 수작업 반복하는 구조.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소모적 반복 업무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수집·정리·정형화에 분석 인력의 시간이 과도하게 소모된다.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인사이트의 속인화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판단이 특정 베테랑 개인에 의존. 조직 자산으로 축적·전수되지 않는다.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383280"/>
          </a:xfrm>
          <a:prstGeom prst="roundRect">
            <a:avLst>
              <a:gd name="adj" fmla="val 3243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관점·품질의 편차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기획·영업·기술 등 다각도 분석이 체계화되지 않아 담당자별 품질 편차가 크다.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마켓센싱 리포트 AI 전환 · 과제정의서 v0.1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관점: "대체"와 "증폭"을 나눈다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사람을 대체하는 과제가 아니다. 업무를 두 층으로 나누는 것이 성공의 전제.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AI가 대체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크롤링·수집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제거·정형화·태깅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관련도 1차 스코어링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2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정형·반복 업무, AI가 우위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사람을 증폭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관점별 해석·인사이트 판단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채택/기각 및 최종 편집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good/bad 라벨링 = 학습 데이터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암묵지 기반 판단, 사람의 moat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solidFill>
            <a:srgbClr val="FCEAD9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구분을 흐리면 "AI가 인사이트까지 만든다"는 잘못된 기대로 과제가 실패한다.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마켓센싱 리포트 AI 전환 · 과제정의서 v0.1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사상 — 에반게리온 MAGI 시스템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인격을 모델링한 3대의 컴퓨터가 독립 판단·표결하고, 교착(deadlock)을 허용하며, 최종 결정은 인간이 내린다.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2A3A7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관점의 다양성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데이터를 봐도 다른 결론. 중복이 아니라 의도된 다양성에서 가치가 나온다.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2A3A7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교착의 허용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관점이 충돌하면, 그 충돌 자체가 인간에게 유의미한 "주목 신호"다.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2A3A7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377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판단은 인간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0" y="32004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다각도 재료를 제공하고, 결정과 책임은 사람이 갖는다.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원칙: 에이전트 = 서로 다른 데이터가 아니라 서로 다른 가치함수(스탠스)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 — 5계층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8F0FC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17904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1790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371600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 계층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77640" y="1371600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뉴스·공시·규제·경쟁사 동향 크롤링·정형화 (대체)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CEAD9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0545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0545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2359152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3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지식 계층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2359152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베테랑 암묵지 KB — 수주/실주 post-mortem·인터뷰·의사결정 로그  (moat · 최우선)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8F0FC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49300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930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346704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에이전트 계층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77640" y="3346704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/ 영업 / 기술·위협 / 경쟁사 4개 관점 (MAGI 코어)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3425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8F0FC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4805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48056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334256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종합·판단 계층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77640" y="4334256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의견 종합 → 인간(휴먼인더루프)의 최종 판단·편집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8F0FC"/>
          </a:solidFill>
          <a:ln w="12700">
            <a:solidFill>
              <a:srgbClr val="DDE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5468112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46811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83080" y="53218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학습 계층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5321808"/>
            <a:ext cx="7452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good/bad 라벨 축적 → 루브릭·프롬프트·few-shot 개선 (피드백 루프)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마켓센싱 리포트 AI 전환 · 과제정의서 v0.1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MAGI 코어 — 4개 관점 에이전트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신호를 각자의 스탠스로 해석하고, 근거·확신도와 함께 인사이트 후보를 낸다.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19385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제품·시장 전략, 중장기 트렌드, 로드맵 정합성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이 신호가 우리 제품/로드맵에 주는 의미는?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6596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19385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수주 기회·위협, 고객 움직임, 파이프라인 영향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28232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이 신호가 딜과 고객 관계에 주는 의미는?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기술·위협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3813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위협 트렌드, 신기술·규제, 기술적 파급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4672" y="4526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이 신호가 위협 지형·기술 경쟁력에 주는 의미는?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840480"/>
            <a:ext cx="1600200" cy="502920"/>
          </a:xfrm>
          <a:prstGeom prst="roundRect">
            <a:avLst>
              <a:gd name="adj" fmla="val 4909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840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경쟁사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3813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3사 입장에서 동향을 시뮬레이션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28232" y="4526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2A3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경쟁사라면 이 신호에 어떻게 움직일까?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관점이 충돌하면 "주목 신호"로 인간에게 우선 노출한다. (MAGI의 교착 = 의사결정 트리거)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마켓센싱 리포트 AI 전환 · 과제정의서 v0.1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"지속 학습"의 현실 — 기대치를 먼저 맞춘다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972800" cy="777240"/>
          </a:xfrm>
          <a:prstGeom prst="roundRect">
            <a:avLst>
              <a:gd name="adj" fmla="val 11765"/>
            </a:avLst>
          </a:prstGeom>
          <a:solidFill>
            <a:srgbClr val="3A2A1C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25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"지속 학습"은 모델 가중치의 실시간 파인튜닝이 아니다. 소규모 도메인엔 비용·리스크만 크다.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377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사례 축적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0560" y="23774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good/bad 라벨된 인사이트가 few-shot 예시·검색 컨텍스트로 KB에 쌓인다.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3375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루브릭·프롬프트 개선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33375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피드백으로 스코어링 기준과 에이전트 프롬프트를 정기 개선한다.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97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297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정기 평가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80560" y="4297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평가셋으로 관점별 품질을 주기적으로 측정해 개선 효과를 검증한다.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57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5257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(선택) 미세조정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0560" y="52578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충분히 쌓이고 필요성이 검증되면 파인튜닝을 별도 과제로 검토.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로드맵 &amp; 성공지표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정렬·설계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9776" y="141732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1554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71216" y="19202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지식시드·수집 PoC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79776" y="2450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10912" y="141732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554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2352" y="19202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PoC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2450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42048" y="141732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1554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33488" y="19202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휴먼인더루프 파일럿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42048" y="2450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73184" y="1417320"/>
            <a:ext cx="2048256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1554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64624" y="192024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 운영·개선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73184" y="24505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성공지표 (KPI)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" y="4617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수집·정형화 시간 감소 목표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37560" y="3657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라벨률 ↑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520440" y="4617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채택 인사이트 비율의 지속 상승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3657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관점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09360" y="4617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관점별 인사이트 커버리지 달성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915400" y="3657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8F0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속인화 완화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098280" y="4617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의존도↓ · 온보딩 속도↑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단계: 경영진 승인·스폰서 지정 → 베테랑 워크숍(스탠스·기준 설계) → 지식 캡처 착수 → 보안 요건 정의 → KPI 수치 확정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마켓센싱 리포트 AI 전환 · 과제정의서 v0.1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2026-07-21T01:54:30Z</dcterms:created>
  <dcterms:modified xsi:type="dcterms:W3CDTF">2026-07-21T01:54:30Z</dcterms:modified>
</cp:coreProperties>
</file>